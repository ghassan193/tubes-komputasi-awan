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4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457200" cy="5143500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691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El-Maknyuso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82880" y="2148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822960" y="2633472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18288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31920" y="457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TUGAS BESAR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31920" y="8686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Komputasi Awan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931920" y="1600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Automasi Infrastruktur Multi-Node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Vagrant &amp; Ansible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31920" y="2468880"/>
            <a:ext cx="48463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EE2E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4114800" y="25237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0" y="272491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Cloud Computing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31920" y="3154680"/>
            <a:ext cx="48463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EE2E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4114800" y="32095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0" y="341071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Budhi Irawan, S.Si., M.T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931920" y="4572000"/>
            <a:ext cx="4846320" cy="365760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19"/>
          <p:cNvSpPr/>
          <p:nvPr/>
        </p:nvSpPr>
        <p:spPr>
          <a:xfrm>
            <a:off x="3931920" y="4572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Universitas Telkom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Latar Belakang Masalah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212529"/>
          </a:solidFill>
          <a:ln w="12700">
            <a:solidFill>
              <a:srgbClr val="21252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Masalah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kasir konvensional berjalan di satu </a:t>
            </a:r>
            <a:r>
              <a:rPr lang="en-US" sz="12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</a:t>
            </a: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single point of failure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untuk diskalakan saat trafik meningkat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manual memakan waktu dan rawan kesalahan konfigurasi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mencerminkan arsitektur cloud dunia nyata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84632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Solusi Kami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3-Tier terpisah: Database, Backend, Frontend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Virtual Machine terintegrasi via jaringan privat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otomatis dengan Vagrant + Ansible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direplikasi &amp; didokumentasikan di GitHub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Arsitektur Sistem — 3 Virtual Machine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33756" y="914400"/>
            <a:ext cx="2743200" cy="39319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9144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 Database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50876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192.168.56.21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1938528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F39C12">
              <a:alpha val="7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50292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Menyimpan tabel pesanan dan menu. Menerima koneksi dari Backend via port 3306.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868680"/>
            <a:ext cx="2743200" cy="39319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1"/>
          <p:cNvSpPr/>
          <p:nvPr/>
        </p:nvSpPr>
        <p:spPr>
          <a:xfrm>
            <a:off x="3246120" y="868680"/>
            <a:ext cx="27432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91440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49040" y="9144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 Backend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429000" y="150876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18" name="Text 14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192.168.56.20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429000" y="1938528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27AE60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6"/>
          <p:cNvSpPr/>
          <p:nvPr/>
        </p:nvSpPr>
        <p:spPr>
          <a:xfrm>
            <a:off x="342900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8328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REST API untuk proses transaksi: GET /menu, POST /order, GET /orders. Port 5000.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72200" y="868680"/>
            <a:ext cx="2743200" cy="39319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19"/>
          <p:cNvSpPr/>
          <p:nvPr/>
        </p:nvSpPr>
        <p:spPr>
          <a:xfrm>
            <a:off x="6172200" y="868680"/>
            <a:ext cx="274320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914400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75120" y="9144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 Frontend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355080" y="150876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27" name="Text 22"/>
          <p:cNvSpPr/>
          <p:nvPr/>
        </p:nvSpPr>
        <p:spPr>
          <a:xfrm>
            <a:off x="635508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192.168.56.22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355080" y="1938528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2980B9">
              <a:alpha val="7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4"/>
          <p:cNvSpPr/>
          <p:nvPr/>
        </p:nvSpPr>
        <p:spPr>
          <a:xfrm>
            <a:off x="635508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HTML/JS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30936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menyajikan antarmuka kasir. Berkomunikasi dengan Backend via Fetch API.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063240" y="2834640"/>
            <a:ext cx="594360" cy="0"/>
          </a:xfrm>
          <a:prstGeom prst="line">
            <a:avLst/>
          </a:prstGeom>
          <a:noFill/>
          <a:ln w="25400">
            <a:solidFill>
              <a:srgbClr val="DEE2E6"/>
            </a:solidFill>
            <a:prstDash val="sysDot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27"/>
          <p:cNvSpPr/>
          <p:nvPr/>
        </p:nvSpPr>
        <p:spPr>
          <a:xfrm>
            <a:off x="3108960" y="25603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5989320" y="2834640"/>
            <a:ext cx="594360" cy="0"/>
          </a:xfrm>
          <a:prstGeom prst="line">
            <a:avLst/>
          </a:prstGeom>
          <a:noFill/>
          <a:ln w="25400">
            <a:solidFill>
              <a:srgbClr val="DEE2E6"/>
            </a:solidFill>
            <a:prstDash val="sysDot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29"/>
          <p:cNvSpPr/>
          <p:nvPr/>
        </p:nvSpPr>
        <p:spPr>
          <a:xfrm>
            <a:off x="6035040" y="25603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VM didefinisikan dalam satu Vagrantfile &amp; dikonfigurasi otomatis via Ansible Playbook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Teknologi yang Digunakan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73152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43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Vagrant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463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Mendefinisikan &amp; menjalankan 3 VM sekaligus dari satu Vagrantfile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73152" cy="1691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3337560" y="1280160"/>
            <a:ext cx="548640" cy="5486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34416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143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77640" y="1463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YAML untuk otomasi instalasi MySQL, Flask, Nginx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7" name="Shape 13"/>
          <p:cNvSpPr/>
          <p:nvPr/>
        </p:nvSpPr>
        <p:spPr>
          <a:xfrm>
            <a:off x="6035040" y="960120"/>
            <a:ext cx="73152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4"/>
          <p:cNvSpPr/>
          <p:nvPr/>
        </p:nvSpPr>
        <p:spPr>
          <a:xfrm>
            <a:off x="6172200" y="1280160"/>
            <a:ext cx="548640" cy="5486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34416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143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12280" y="1463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pesanan &amp; menu di VM Database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18"/>
          <p:cNvSpPr/>
          <p:nvPr/>
        </p:nvSpPr>
        <p:spPr>
          <a:xfrm>
            <a:off x="365760" y="2926080"/>
            <a:ext cx="73152" cy="1691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19"/>
          <p:cNvSpPr/>
          <p:nvPr/>
        </p:nvSpPr>
        <p:spPr>
          <a:xfrm>
            <a:off x="502920" y="3246120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31012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108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Flask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14300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ringan di VM Backend, endpoint GET/POST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9" name="Shape 23"/>
          <p:cNvSpPr/>
          <p:nvPr/>
        </p:nvSpPr>
        <p:spPr>
          <a:xfrm>
            <a:off x="3200400" y="2926080"/>
            <a:ext cx="73152" cy="16916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4"/>
          <p:cNvSpPr/>
          <p:nvPr/>
        </p:nvSpPr>
        <p:spPr>
          <a:xfrm>
            <a:off x="3337560" y="3246120"/>
            <a:ext cx="548640" cy="5486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310128"/>
            <a:ext cx="420624" cy="4206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77640" y="3108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97764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di VM Frontend, menyajikan HTML/JS kasir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3504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5" name="Shape 28"/>
          <p:cNvSpPr/>
          <p:nvPr/>
        </p:nvSpPr>
        <p:spPr>
          <a:xfrm>
            <a:off x="6035040" y="2926080"/>
            <a:ext cx="73152" cy="169164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Shape 29"/>
          <p:cNvSpPr/>
          <p:nvPr/>
        </p:nvSpPr>
        <p:spPr>
          <a:xfrm>
            <a:off x="6172200" y="3246120"/>
            <a:ext cx="548640" cy="548640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310128"/>
            <a:ext cx="420624" cy="42062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12280" y="3108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VirtualBox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81228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untuk menjalankan 3 VM di satu laptop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Aplikasi — El-Maknyuso POS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46520" y="777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Fitur Utama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37960" y="1325880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3624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22592" y="138074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Order Baru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537960" y="2103120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13969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22592" y="215798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Pelanggan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537960" y="2880360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2916936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22592" y="293522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Pesanan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537960" y="3657600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3694176"/>
            <a:ext cx="338328" cy="3383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22592" y="371246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Transaksi Real-time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101704" y="4896612"/>
            <a:ext cx="5943600" cy="246888"/>
          </a:xfrm>
          <a:prstGeom prst="roundRect">
            <a:avLst>
              <a:gd name="adj" fmla="val 14815"/>
            </a:avLst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pic>
        <p:nvPicPr>
          <p:cNvPr id="25" name="Picture 24" descr="The image shows a screen displaying a completed order on an e-POS (Point of Sale) system, with a total amount of Rp 98.&#10;&#10;AI-generated content may be incorrect.">
            <a:extLst>
              <a:ext uri="{FF2B5EF4-FFF2-40B4-BE49-F238E27FC236}">
                <a16:creationId xmlns:a16="http://schemas.microsoft.com/office/drawing/2014/main" id="{38B97F97-3484-E184-8F5A-8AE4B2A447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87" y="866291"/>
            <a:ext cx="6246485" cy="32966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Implementasi — Infrastructure as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DEE2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Vagrantfile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Vagrant.configure("2") do |cfg|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config.vm.box =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"bento/ubuntu-22.04"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vms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["database","192.168.56.21"],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["backend", "192.168.56.20"],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["frontend","192.168.56.22"]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].each do |name, ip|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Provisioning via Ansible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machine.vm.provision "shell"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02336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846320" y="777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Ansible Playbook Tasks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261872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892040" y="1261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1261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 Database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53619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MySQL → buat database elmaknyuso → buka akses remote (bind-address)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88636" y="1700784"/>
            <a:ext cx="0" cy="685800"/>
          </a:xfrm>
          <a:prstGeom prst="line">
            <a:avLst/>
          </a:prstGeom>
          <a:noFill/>
          <a:ln w="19050">
            <a:solidFill>
              <a:srgbClr val="DEE2E6"/>
            </a:solidFill>
            <a:prstDash val="sysDot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4892040" y="2432304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4892040" y="2432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24323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 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70662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Python/pip → install Flask, mysql-connector → deploy app.py → start service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88636" y="2871216"/>
            <a:ext cx="0" cy="685800"/>
          </a:xfrm>
          <a:prstGeom prst="line">
            <a:avLst/>
          </a:prstGeom>
          <a:noFill/>
          <a:ln w="19050">
            <a:solidFill>
              <a:srgbClr val="DEE2E6"/>
            </a:solidFill>
            <a:prstDash val="sysDot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4892040" y="3602736"/>
            <a:ext cx="411480" cy="41148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36027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 Frontend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87705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 → deploy index.html (fetch API ke Backend) → enable site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Integrasi Antar VM — Alur Transaksi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1463040" cy="1280160"/>
          </a:xfrm>
          <a:prstGeom prst="rect">
            <a:avLst/>
          </a:prstGeom>
          <a:solidFill>
            <a:srgbClr val="6C757D">
              <a:alpha val="90000"/>
            </a:srgbClr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320040" y="20574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(Browser)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463040"/>
            <a:ext cx="1828800" cy="1280160"/>
          </a:xfrm>
          <a:prstGeom prst="rect">
            <a:avLst/>
          </a:prstGeom>
          <a:solidFill>
            <a:srgbClr val="2980B9">
              <a:alpha val="9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2148840" y="15087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192.168.56.22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1828800" cy="1280160"/>
          </a:xfrm>
          <a:prstGeom prst="rect">
            <a:avLst/>
          </a:prstGeom>
          <a:solidFill>
            <a:srgbClr val="27AE60">
              <a:alpha val="9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192.168.56.20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1463040"/>
            <a:ext cx="1508760" cy="1280160"/>
          </a:xfrm>
          <a:prstGeom prst="rect">
            <a:avLst/>
          </a:prstGeom>
          <a:solidFill>
            <a:srgbClr val="F39C12">
              <a:alpha val="9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360920" y="150876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Database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192.168.56.21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55648" y="2103120"/>
            <a:ext cx="347472" cy="0"/>
          </a:xfrm>
          <a:prstGeom prst="line">
            <a:avLst/>
          </a:prstGeom>
          <a:noFill/>
          <a:ln w="254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1709928" y="171907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50208" y="2103120"/>
            <a:ext cx="877824" cy="0"/>
          </a:xfrm>
          <a:prstGeom prst="line">
            <a:avLst/>
          </a:prstGeom>
          <a:noFill/>
          <a:ln w="254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3904488" y="1719072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/order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56832" y="2103120"/>
            <a:ext cx="658368" cy="0"/>
          </a:xfrm>
          <a:prstGeom prst="line">
            <a:avLst/>
          </a:prstGeom>
          <a:noFill/>
          <a:ln w="254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611112" y="1719072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3657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0449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membuka browser → mengakses http://192.168.56.22 (VM Frontend/Nginx)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365760" y="3493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5204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mengirim request ke Backend Flask di 192.168.56.20:5000 via Fetch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68496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365760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9959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memproses order → query INSERT ke MySQL di 192.168.56.21:3306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443984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365760" y="4443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47141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JSON dikembalikan → Frontend memperbarui tabel Riwayat Transaksi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504</Words>
  <Application>Microsoft Office PowerPoint</Application>
  <PresentationFormat>On-screen Show (16:9)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Besar Komputasi Awan – El-Maknyuso POS</dc:title>
  <dc:subject>PptxGenJS Presentation</dc:subject>
  <dc:creator>Kelompok El-Maknyuso</dc:creator>
  <cp:lastModifiedBy>RIFKY GHASSAN SUHAIL</cp:lastModifiedBy>
  <cp:revision>2</cp:revision>
  <dcterms:created xsi:type="dcterms:W3CDTF">2026-06-06T07:56:38Z</dcterms:created>
  <dcterms:modified xsi:type="dcterms:W3CDTF">2026-06-06T08:20:02Z</dcterms:modified>
</cp:coreProperties>
</file>